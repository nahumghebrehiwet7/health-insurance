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4" r:id="rId15"/>
    <p:sldId id="270" r:id="rId16"/>
    <p:sldId id="272" r:id="rId17"/>
    <p:sldId id="275" r:id="rId18"/>
    <p:sldId id="273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E72CF7-008E-4349-BAFE-F20D07BEE5F6}" v="3" dt="2026-05-18T19:44:07.2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hum Ghebrehiwet" userId="abfc590084381924" providerId="LiveId" clId="{810F1BBA-1487-4FD2-B7B3-C40922840D35}"/>
    <pc:docChg chg="undo custSel addSld delSld modSld sldOrd">
      <pc:chgData name="Nahum Ghebrehiwet" userId="abfc590084381924" providerId="LiveId" clId="{810F1BBA-1487-4FD2-B7B3-C40922840D35}" dt="2026-05-18T20:03:27.367" v="2924" actId="26606"/>
      <pc:docMkLst>
        <pc:docMk/>
      </pc:docMkLst>
      <pc:sldChg chg="addSp delSp modSp mod setBg addAnim">
        <pc:chgData name="Nahum Ghebrehiwet" userId="abfc590084381924" providerId="LiveId" clId="{810F1BBA-1487-4FD2-B7B3-C40922840D35}" dt="2026-05-18T20:03:15.669" v="2923"/>
        <pc:sldMkLst>
          <pc:docMk/>
          <pc:sldMk cId="437927906" sldId="256"/>
        </pc:sldMkLst>
        <pc:spChg chg="mod">
          <ac:chgData name="Nahum Ghebrehiwet" userId="abfc590084381924" providerId="LiveId" clId="{810F1BBA-1487-4FD2-B7B3-C40922840D35}" dt="2026-05-18T20:03:15.667" v="2921" actId="26606"/>
          <ac:spMkLst>
            <pc:docMk/>
            <pc:sldMk cId="437927906" sldId="256"/>
            <ac:spMk id="2" creationId="{8BC61396-315A-2260-C83B-1CA33EB43B8A}"/>
          </ac:spMkLst>
        </pc:spChg>
        <pc:spChg chg="mod">
          <ac:chgData name="Nahum Ghebrehiwet" userId="abfc590084381924" providerId="LiveId" clId="{810F1BBA-1487-4FD2-B7B3-C40922840D35}" dt="2026-05-18T20:03:15.667" v="2921" actId="26606"/>
          <ac:spMkLst>
            <pc:docMk/>
            <pc:sldMk cId="437927906" sldId="256"/>
            <ac:spMk id="3" creationId="{367C81A4-AD39-62C4-E676-99B2132CDF90}"/>
          </ac:spMkLst>
        </pc:spChg>
        <pc:spChg chg="add del">
          <ac:chgData name="Nahum Ghebrehiwet" userId="abfc590084381924" providerId="LiveId" clId="{810F1BBA-1487-4FD2-B7B3-C40922840D35}" dt="2026-05-18T20:03:15.644" v="2920" actId="26606"/>
          <ac:spMkLst>
            <pc:docMk/>
            <pc:sldMk cId="437927906" sldId="256"/>
            <ac:spMk id="8" creationId="{9095C1F4-AE7F-44E4-8693-40D3D6831140}"/>
          </ac:spMkLst>
        </pc:spChg>
        <pc:spChg chg="add del">
          <ac:chgData name="Nahum Ghebrehiwet" userId="abfc590084381924" providerId="LiveId" clId="{810F1BBA-1487-4FD2-B7B3-C40922840D35}" dt="2026-05-18T20:03:15.644" v="2920" actId="26606"/>
          <ac:spMkLst>
            <pc:docMk/>
            <pc:sldMk cId="437927906" sldId="256"/>
            <ac:spMk id="14" creationId="{871AEA07-1E14-44B4-8E55-64EF049CD66F}"/>
          </ac:spMkLst>
        </pc:spChg>
        <pc:spChg chg="add">
          <ac:chgData name="Nahum Ghebrehiwet" userId="abfc590084381924" providerId="LiveId" clId="{810F1BBA-1487-4FD2-B7B3-C40922840D35}" dt="2026-05-18T20:03:15.667" v="2921" actId="26606"/>
          <ac:spMkLst>
            <pc:docMk/>
            <pc:sldMk cId="437927906" sldId="256"/>
            <ac:spMk id="16" creationId="{4522B21E-B2B9-4C72-9A71-C87EFD137480}"/>
          </ac:spMkLst>
        </pc:spChg>
        <pc:spChg chg="add">
          <ac:chgData name="Nahum Ghebrehiwet" userId="abfc590084381924" providerId="LiveId" clId="{810F1BBA-1487-4FD2-B7B3-C40922840D35}" dt="2026-05-18T20:03:15.667" v="2921" actId="26606"/>
          <ac:spMkLst>
            <pc:docMk/>
            <pc:sldMk cId="437927906" sldId="256"/>
            <ac:spMk id="17" creationId="{5EB7D2A2-F448-44D4-938C-DC84CBCB3B1E}"/>
          </ac:spMkLst>
        </pc:spChg>
        <pc:spChg chg="add">
          <ac:chgData name="Nahum Ghebrehiwet" userId="abfc590084381924" providerId="LiveId" clId="{810F1BBA-1487-4FD2-B7B3-C40922840D35}" dt="2026-05-18T20:03:15.667" v="2921" actId="26606"/>
          <ac:spMkLst>
            <pc:docMk/>
            <pc:sldMk cId="437927906" sldId="256"/>
            <ac:spMk id="18" creationId="{871AEA07-1E14-44B4-8E55-64EF049CD66F}"/>
          </ac:spMkLst>
        </pc:spChg>
        <pc:grpChg chg="add del">
          <ac:chgData name="Nahum Ghebrehiwet" userId="abfc590084381924" providerId="LiveId" clId="{810F1BBA-1487-4FD2-B7B3-C40922840D35}" dt="2026-05-18T20:03:15.644" v="2920" actId="26606"/>
          <ac:grpSpMkLst>
            <pc:docMk/>
            <pc:sldMk cId="437927906" sldId="256"/>
            <ac:grpSpMk id="10" creationId="{8734DDD3-F723-4DD3-8ABE-EC0B2AC87D74}"/>
          </ac:grpSpMkLst>
        </pc:grpChg>
        <pc:cxnChg chg="add">
          <ac:chgData name="Nahum Ghebrehiwet" userId="abfc590084381924" providerId="LiveId" clId="{810F1BBA-1487-4FD2-B7B3-C40922840D35}" dt="2026-05-18T20:03:15.667" v="2921" actId="26606"/>
          <ac:cxnSpMkLst>
            <pc:docMk/>
            <pc:sldMk cId="437927906" sldId="256"/>
            <ac:cxnSpMk id="19" creationId="{F7C8EA93-3210-4C62-99E9-153C275E3A87}"/>
          </ac:cxnSpMkLst>
        </pc:cxnChg>
      </pc:sldChg>
      <pc:sldChg chg="addSp modSp mod setBg">
        <pc:chgData name="Nahum Ghebrehiwet" userId="abfc590084381924" providerId="LiveId" clId="{810F1BBA-1487-4FD2-B7B3-C40922840D35}" dt="2026-05-18T20:03:04.332" v="2918" actId="26606"/>
        <pc:sldMkLst>
          <pc:docMk/>
          <pc:sldMk cId="366008727" sldId="257"/>
        </pc:sldMkLst>
        <pc:spChg chg="mod">
          <ac:chgData name="Nahum Ghebrehiwet" userId="abfc590084381924" providerId="LiveId" clId="{810F1BBA-1487-4FD2-B7B3-C40922840D35}" dt="2026-05-18T20:03:04.332" v="2918" actId="26606"/>
          <ac:spMkLst>
            <pc:docMk/>
            <pc:sldMk cId="366008727" sldId="257"/>
            <ac:spMk id="2" creationId="{4B4BF162-2F2D-4DCE-AC8A-C0D68C9BE8F2}"/>
          </ac:spMkLst>
        </pc:spChg>
        <pc:spChg chg="mod">
          <ac:chgData name="Nahum Ghebrehiwet" userId="abfc590084381924" providerId="LiveId" clId="{810F1BBA-1487-4FD2-B7B3-C40922840D35}" dt="2026-05-18T20:03:04.332" v="2918" actId="26606"/>
          <ac:spMkLst>
            <pc:docMk/>
            <pc:sldMk cId="366008727" sldId="257"/>
            <ac:spMk id="3" creationId="{A7BFC3F0-6C56-3967-A1E2-411840093189}"/>
          </ac:spMkLst>
        </pc:spChg>
        <pc:spChg chg="add">
          <ac:chgData name="Nahum Ghebrehiwet" userId="abfc590084381924" providerId="LiveId" clId="{810F1BBA-1487-4FD2-B7B3-C40922840D35}" dt="2026-05-18T20:03:04.332" v="2918" actId="26606"/>
          <ac:spMkLst>
            <pc:docMk/>
            <pc:sldMk cId="366008727" sldId="257"/>
            <ac:spMk id="8" creationId="{4DA718D0-4865-4629-8134-44F68D41D574}"/>
          </ac:spMkLst>
        </pc:spChg>
        <pc:spChg chg="add">
          <ac:chgData name="Nahum Ghebrehiwet" userId="abfc590084381924" providerId="LiveId" clId="{810F1BBA-1487-4FD2-B7B3-C40922840D35}" dt="2026-05-18T20:03:04.332" v="2918" actId="26606"/>
          <ac:spMkLst>
            <pc:docMk/>
            <pc:sldMk cId="366008727" sldId="257"/>
            <ac:spMk id="14" creationId="{CBC4F608-B4B8-48C3-9572-C0F061B1CD99}"/>
          </ac:spMkLst>
        </pc:spChg>
        <pc:grpChg chg="add">
          <ac:chgData name="Nahum Ghebrehiwet" userId="abfc590084381924" providerId="LiveId" clId="{810F1BBA-1487-4FD2-B7B3-C40922840D35}" dt="2026-05-18T20:03:04.332" v="2918" actId="26606"/>
          <ac:grpSpMkLst>
            <pc:docMk/>
            <pc:sldMk cId="366008727" sldId="257"/>
            <ac:grpSpMk id="10" creationId="{65167ED7-6315-43AB-B1B6-C326D5FD8F84}"/>
          </ac:grpSpMkLst>
        </pc:grpChg>
      </pc:sldChg>
      <pc:sldChg chg="addSp modSp mod setBg">
        <pc:chgData name="Nahum Ghebrehiwet" userId="abfc590084381924" providerId="LiveId" clId="{810F1BBA-1487-4FD2-B7B3-C40922840D35}" dt="2026-05-18T20:02:58.984" v="2917" actId="26606"/>
        <pc:sldMkLst>
          <pc:docMk/>
          <pc:sldMk cId="2613176558" sldId="258"/>
        </pc:sldMkLst>
        <pc:spChg chg="mod">
          <ac:chgData name="Nahum Ghebrehiwet" userId="abfc590084381924" providerId="LiveId" clId="{810F1BBA-1487-4FD2-B7B3-C40922840D35}" dt="2026-05-18T20:02:58.984" v="2917" actId="26606"/>
          <ac:spMkLst>
            <pc:docMk/>
            <pc:sldMk cId="2613176558" sldId="258"/>
            <ac:spMk id="2" creationId="{7CEFB4D1-B940-0CC9-6E46-F9A1063FFC7B}"/>
          </ac:spMkLst>
        </pc:spChg>
        <pc:spChg chg="mod">
          <ac:chgData name="Nahum Ghebrehiwet" userId="abfc590084381924" providerId="LiveId" clId="{810F1BBA-1487-4FD2-B7B3-C40922840D35}" dt="2026-05-18T20:02:58.984" v="2917" actId="26606"/>
          <ac:spMkLst>
            <pc:docMk/>
            <pc:sldMk cId="2613176558" sldId="258"/>
            <ac:spMk id="3" creationId="{22BB0438-F4F5-1D3A-46EC-DE8EAE1A8B5F}"/>
          </ac:spMkLst>
        </pc:spChg>
        <pc:spChg chg="add">
          <ac:chgData name="Nahum Ghebrehiwet" userId="abfc590084381924" providerId="LiveId" clId="{810F1BBA-1487-4FD2-B7B3-C40922840D35}" dt="2026-05-18T20:02:58.984" v="2917" actId="26606"/>
          <ac:spMkLst>
            <pc:docMk/>
            <pc:sldMk cId="2613176558" sldId="258"/>
            <ac:spMk id="8" creationId="{DBF61EA3-B236-439E-9C0B-340980D56BEE}"/>
          </ac:spMkLst>
        </pc:spChg>
        <pc:spChg chg="add">
          <ac:chgData name="Nahum Ghebrehiwet" userId="abfc590084381924" providerId="LiveId" clId="{810F1BBA-1487-4FD2-B7B3-C40922840D35}" dt="2026-05-18T20:02:58.984" v="2917" actId="26606"/>
          <ac:spMkLst>
            <pc:docMk/>
            <pc:sldMk cId="2613176558" sldId="258"/>
            <ac:spMk id="14" creationId="{E659831F-0D9A-4C63-9EBB-8435B85A440F}"/>
          </ac:spMkLst>
        </pc:spChg>
        <pc:grpChg chg="add">
          <ac:chgData name="Nahum Ghebrehiwet" userId="abfc590084381924" providerId="LiveId" clId="{810F1BBA-1487-4FD2-B7B3-C40922840D35}" dt="2026-05-18T20:02:58.984" v="2917" actId="26606"/>
          <ac:grpSpMkLst>
            <pc:docMk/>
            <pc:sldMk cId="2613176558" sldId="258"/>
            <ac:grpSpMk id="10" creationId="{28FAF094-D087-493F-8DF9-A486C2D6BBAA}"/>
          </ac:grpSpMkLst>
        </pc:grpChg>
      </pc:sldChg>
      <pc:sldChg chg="addSp modSp mod setBg">
        <pc:chgData name="Nahum Ghebrehiwet" userId="abfc590084381924" providerId="LiveId" clId="{810F1BBA-1487-4FD2-B7B3-C40922840D35}" dt="2026-05-18T20:02:51.265" v="2916" actId="26606"/>
        <pc:sldMkLst>
          <pc:docMk/>
          <pc:sldMk cId="214924995" sldId="259"/>
        </pc:sldMkLst>
        <pc:spChg chg="mod">
          <ac:chgData name="Nahum Ghebrehiwet" userId="abfc590084381924" providerId="LiveId" clId="{810F1BBA-1487-4FD2-B7B3-C40922840D35}" dt="2026-05-18T20:02:51.265" v="2916" actId="26606"/>
          <ac:spMkLst>
            <pc:docMk/>
            <pc:sldMk cId="214924995" sldId="259"/>
            <ac:spMk id="2" creationId="{9C412740-0AC5-C85C-5334-7319F00293C8}"/>
          </ac:spMkLst>
        </pc:spChg>
        <pc:spChg chg="mod">
          <ac:chgData name="Nahum Ghebrehiwet" userId="abfc590084381924" providerId="LiveId" clId="{810F1BBA-1487-4FD2-B7B3-C40922840D35}" dt="2026-05-18T20:02:51.265" v="2916" actId="26606"/>
          <ac:spMkLst>
            <pc:docMk/>
            <pc:sldMk cId="214924995" sldId="259"/>
            <ac:spMk id="3" creationId="{785691F6-7568-6F53-9E28-4ADEA4554EB6}"/>
          </ac:spMkLst>
        </pc:spChg>
        <pc:spChg chg="add">
          <ac:chgData name="Nahum Ghebrehiwet" userId="abfc590084381924" providerId="LiveId" clId="{810F1BBA-1487-4FD2-B7B3-C40922840D35}" dt="2026-05-18T20:02:51.265" v="2916" actId="26606"/>
          <ac:spMkLst>
            <pc:docMk/>
            <pc:sldMk cId="214924995" sldId="259"/>
            <ac:spMk id="8" creationId="{B6CDA21F-E7AF-4C75-8395-33F58D5B0E45}"/>
          </ac:spMkLst>
        </pc:spChg>
        <pc:spChg chg="add">
          <ac:chgData name="Nahum Ghebrehiwet" userId="abfc590084381924" providerId="LiveId" clId="{810F1BBA-1487-4FD2-B7B3-C40922840D35}" dt="2026-05-18T20:02:51.265" v="2916" actId="26606"/>
          <ac:spMkLst>
            <pc:docMk/>
            <pc:sldMk cId="214924995" sldId="259"/>
            <ac:spMk id="15" creationId="{D5B0017B-2ECA-49AF-B397-DC140825DF8D}"/>
          </ac:spMkLst>
        </pc:spChg>
        <pc:grpChg chg="add">
          <ac:chgData name="Nahum Ghebrehiwet" userId="abfc590084381924" providerId="LiveId" clId="{810F1BBA-1487-4FD2-B7B3-C40922840D35}" dt="2026-05-18T20:02:51.265" v="2916" actId="26606"/>
          <ac:grpSpMkLst>
            <pc:docMk/>
            <pc:sldMk cId="214924995" sldId="259"/>
            <ac:grpSpMk id="10" creationId="{AE1C45F0-260A-458C-96ED-C1F6D2151219}"/>
          </ac:grpSpMkLst>
        </pc:grpChg>
        <pc:cxnChg chg="add">
          <ac:chgData name="Nahum Ghebrehiwet" userId="abfc590084381924" providerId="LiveId" clId="{810F1BBA-1487-4FD2-B7B3-C40922840D35}" dt="2026-05-18T20:02:51.265" v="2916" actId="26606"/>
          <ac:cxnSpMkLst>
            <pc:docMk/>
            <pc:sldMk cId="214924995" sldId="259"/>
            <ac:cxnSpMk id="17" creationId="{6CF1BAF6-AD41-4082-B212-8A1F9A2E8779}"/>
          </ac:cxnSpMkLst>
        </pc:cxnChg>
      </pc:sldChg>
      <pc:sldChg chg="addSp modSp mod setBg">
        <pc:chgData name="Nahum Ghebrehiwet" userId="abfc590084381924" providerId="LiveId" clId="{810F1BBA-1487-4FD2-B7B3-C40922840D35}" dt="2026-05-18T20:03:27.367" v="2924" actId="26606"/>
        <pc:sldMkLst>
          <pc:docMk/>
          <pc:sldMk cId="625905624" sldId="261"/>
        </pc:sldMkLst>
        <pc:spChg chg="mod">
          <ac:chgData name="Nahum Ghebrehiwet" userId="abfc590084381924" providerId="LiveId" clId="{810F1BBA-1487-4FD2-B7B3-C40922840D35}" dt="2026-05-18T20:03:27.367" v="2924" actId="26606"/>
          <ac:spMkLst>
            <pc:docMk/>
            <pc:sldMk cId="625905624" sldId="261"/>
            <ac:spMk id="2" creationId="{6D7F7366-EE55-543D-C6D4-47D9026745E3}"/>
          </ac:spMkLst>
        </pc:spChg>
        <pc:spChg chg="mod">
          <ac:chgData name="Nahum Ghebrehiwet" userId="abfc590084381924" providerId="LiveId" clId="{810F1BBA-1487-4FD2-B7B3-C40922840D35}" dt="2026-05-18T20:03:27.367" v="2924" actId="26606"/>
          <ac:spMkLst>
            <pc:docMk/>
            <pc:sldMk cId="625905624" sldId="261"/>
            <ac:spMk id="3" creationId="{7C21CCA5-D4C0-DB61-FDC3-2F31FDDEE3F5}"/>
          </ac:spMkLst>
        </pc:spChg>
        <pc:spChg chg="add">
          <ac:chgData name="Nahum Ghebrehiwet" userId="abfc590084381924" providerId="LiveId" clId="{810F1BBA-1487-4FD2-B7B3-C40922840D35}" dt="2026-05-18T20:03:27.367" v="2924" actId="26606"/>
          <ac:spMkLst>
            <pc:docMk/>
            <pc:sldMk cId="625905624" sldId="261"/>
            <ac:spMk id="8" creationId="{B6CDA21F-E7AF-4C75-8395-33F58D5B0E45}"/>
          </ac:spMkLst>
        </pc:spChg>
        <pc:spChg chg="add">
          <ac:chgData name="Nahum Ghebrehiwet" userId="abfc590084381924" providerId="LiveId" clId="{810F1BBA-1487-4FD2-B7B3-C40922840D35}" dt="2026-05-18T20:03:27.367" v="2924" actId="26606"/>
          <ac:spMkLst>
            <pc:docMk/>
            <pc:sldMk cId="625905624" sldId="261"/>
            <ac:spMk id="15" creationId="{D5B0017B-2ECA-49AF-B397-DC140825DF8D}"/>
          </ac:spMkLst>
        </pc:spChg>
        <pc:grpChg chg="add">
          <ac:chgData name="Nahum Ghebrehiwet" userId="abfc590084381924" providerId="LiveId" clId="{810F1BBA-1487-4FD2-B7B3-C40922840D35}" dt="2026-05-18T20:03:27.367" v="2924" actId="26606"/>
          <ac:grpSpMkLst>
            <pc:docMk/>
            <pc:sldMk cId="625905624" sldId="261"/>
            <ac:grpSpMk id="10" creationId="{AE1C45F0-260A-458C-96ED-C1F6D2151219}"/>
          </ac:grpSpMkLst>
        </pc:grpChg>
        <pc:cxnChg chg="add">
          <ac:chgData name="Nahum Ghebrehiwet" userId="abfc590084381924" providerId="LiveId" clId="{810F1BBA-1487-4FD2-B7B3-C40922840D35}" dt="2026-05-18T20:03:27.367" v="2924" actId="26606"/>
          <ac:cxnSpMkLst>
            <pc:docMk/>
            <pc:sldMk cId="625905624" sldId="261"/>
            <ac:cxnSpMk id="17" creationId="{6CF1BAF6-AD41-4082-B212-8A1F9A2E8779}"/>
          </ac:cxnSpMkLst>
        </pc:cxnChg>
      </pc:sldChg>
      <pc:sldChg chg="addSp modSp mod setBg">
        <pc:chgData name="Nahum Ghebrehiwet" userId="abfc590084381924" providerId="LiveId" clId="{810F1BBA-1487-4FD2-B7B3-C40922840D35}" dt="2026-05-18T19:57:47.855" v="2849" actId="26606"/>
        <pc:sldMkLst>
          <pc:docMk/>
          <pc:sldMk cId="1204291129" sldId="265"/>
        </pc:sldMkLst>
        <pc:spChg chg="mod">
          <ac:chgData name="Nahum Ghebrehiwet" userId="abfc590084381924" providerId="LiveId" clId="{810F1BBA-1487-4FD2-B7B3-C40922840D35}" dt="2026-05-18T19:57:47.855" v="2849" actId="26606"/>
          <ac:spMkLst>
            <pc:docMk/>
            <pc:sldMk cId="1204291129" sldId="265"/>
            <ac:spMk id="2" creationId="{93C7BE98-3898-CA28-0EDD-3644FF974ABE}"/>
          </ac:spMkLst>
        </pc:spChg>
        <pc:spChg chg="mod">
          <ac:chgData name="Nahum Ghebrehiwet" userId="abfc590084381924" providerId="LiveId" clId="{810F1BBA-1487-4FD2-B7B3-C40922840D35}" dt="2026-05-18T19:57:47.855" v="2849" actId="26606"/>
          <ac:spMkLst>
            <pc:docMk/>
            <pc:sldMk cId="1204291129" sldId="265"/>
            <ac:spMk id="3" creationId="{8AD2B8EB-442E-2609-9A25-90FFF552DD8B}"/>
          </ac:spMkLst>
        </pc:spChg>
        <pc:spChg chg="add">
          <ac:chgData name="Nahum Ghebrehiwet" userId="abfc590084381924" providerId="LiveId" clId="{810F1BBA-1487-4FD2-B7B3-C40922840D35}" dt="2026-05-18T19:57:47.855" v="2849" actId="26606"/>
          <ac:spMkLst>
            <pc:docMk/>
            <pc:sldMk cId="1204291129" sldId="265"/>
            <ac:spMk id="10" creationId="{058A14AF-9FB5-4CC7-BA35-E8E85D3EDF0E}"/>
          </ac:spMkLst>
        </pc:spChg>
        <pc:spChg chg="add">
          <ac:chgData name="Nahum Ghebrehiwet" userId="abfc590084381924" providerId="LiveId" clId="{810F1BBA-1487-4FD2-B7B3-C40922840D35}" dt="2026-05-18T19:57:47.855" v="2849" actId="26606"/>
          <ac:spMkLst>
            <pc:docMk/>
            <pc:sldMk cId="1204291129" sldId="265"/>
            <ac:spMk id="12" creationId="{3A9A4357-BD1D-4622-A4FE-766E6AB8DE84}"/>
          </ac:spMkLst>
        </pc:spChg>
        <pc:spChg chg="add">
          <ac:chgData name="Nahum Ghebrehiwet" userId="abfc590084381924" providerId="LiveId" clId="{810F1BBA-1487-4FD2-B7B3-C40922840D35}" dt="2026-05-18T19:57:47.855" v="2849" actId="26606"/>
          <ac:spMkLst>
            <pc:docMk/>
            <pc:sldMk cId="1204291129" sldId="265"/>
            <ac:spMk id="14" creationId="{E659831F-0D9A-4C63-9EBB-8435B85A440F}"/>
          </ac:spMkLst>
        </pc:spChg>
        <pc:spChg chg="add">
          <ac:chgData name="Nahum Ghebrehiwet" userId="abfc590084381924" providerId="LiveId" clId="{810F1BBA-1487-4FD2-B7B3-C40922840D35}" dt="2026-05-18T19:57:47.855" v="2849" actId="26606"/>
          <ac:spMkLst>
            <pc:docMk/>
            <pc:sldMk cId="1204291129" sldId="265"/>
            <ac:spMk id="16" creationId="{E6995CE5-F890-4ABA-82A2-26507CE8D2A3}"/>
          </ac:spMkLst>
        </pc:spChg>
        <pc:picChg chg="mod">
          <ac:chgData name="Nahum Ghebrehiwet" userId="abfc590084381924" providerId="LiveId" clId="{810F1BBA-1487-4FD2-B7B3-C40922840D35}" dt="2026-05-18T19:57:47.855" v="2849" actId="26606"/>
          <ac:picMkLst>
            <pc:docMk/>
            <pc:sldMk cId="1204291129" sldId="265"/>
            <ac:picMk id="5" creationId="{2706ECDD-A37F-D69D-F28F-1132C5B493FE}"/>
          </ac:picMkLst>
        </pc:picChg>
      </pc:sldChg>
      <pc:sldChg chg="addSp modSp mod setBg">
        <pc:chgData name="Nahum Ghebrehiwet" userId="abfc590084381924" providerId="LiveId" clId="{810F1BBA-1487-4FD2-B7B3-C40922840D35}" dt="2026-05-18T19:58:00.103" v="2850" actId="26606"/>
        <pc:sldMkLst>
          <pc:docMk/>
          <pc:sldMk cId="2891975447" sldId="267"/>
        </pc:sldMkLst>
        <pc:spChg chg="mod">
          <ac:chgData name="Nahum Ghebrehiwet" userId="abfc590084381924" providerId="LiveId" clId="{810F1BBA-1487-4FD2-B7B3-C40922840D35}" dt="2026-05-18T19:58:00.103" v="2850" actId="26606"/>
          <ac:spMkLst>
            <pc:docMk/>
            <pc:sldMk cId="2891975447" sldId="267"/>
            <ac:spMk id="2" creationId="{230E8704-CF79-7C22-CF6E-E5016B025A25}"/>
          </ac:spMkLst>
        </pc:spChg>
        <pc:spChg chg="mod">
          <ac:chgData name="Nahum Ghebrehiwet" userId="abfc590084381924" providerId="LiveId" clId="{810F1BBA-1487-4FD2-B7B3-C40922840D35}" dt="2026-05-18T19:58:00.103" v="2850" actId="26606"/>
          <ac:spMkLst>
            <pc:docMk/>
            <pc:sldMk cId="2891975447" sldId="267"/>
            <ac:spMk id="3" creationId="{9F298862-E8C6-C0C8-4AFE-3E0F49B16150}"/>
          </ac:spMkLst>
        </pc:spChg>
        <pc:spChg chg="add">
          <ac:chgData name="Nahum Ghebrehiwet" userId="abfc590084381924" providerId="LiveId" clId="{810F1BBA-1487-4FD2-B7B3-C40922840D35}" dt="2026-05-18T19:58:00.103" v="2850" actId="26606"/>
          <ac:spMkLst>
            <pc:docMk/>
            <pc:sldMk cId="2891975447" sldId="267"/>
            <ac:spMk id="12" creationId="{058A14AF-9FB5-4CC7-BA35-E8E85D3EDF0E}"/>
          </ac:spMkLst>
        </pc:spChg>
        <pc:spChg chg="add">
          <ac:chgData name="Nahum Ghebrehiwet" userId="abfc590084381924" providerId="LiveId" clId="{810F1BBA-1487-4FD2-B7B3-C40922840D35}" dt="2026-05-18T19:58:00.103" v="2850" actId="26606"/>
          <ac:spMkLst>
            <pc:docMk/>
            <pc:sldMk cId="2891975447" sldId="267"/>
            <ac:spMk id="14" creationId="{3A9A4357-BD1D-4622-A4FE-766E6AB8DE84}"/>
          </ac:spMkLst>
        </pc:spChg>
        <pc:spChg chg="add">
          <ac:chgData name="Nahum Ghebrehiwet" userId="abfc590084381924" providerId="LiveId" clId="{810F1BBA-1487-4FD2-B7B3-C40922840D35}" dt="2026-05-18T19:58:00.103" v="2850" actId="26606"/>
          <ac:spMkLst>
            <pc:docMk/>
            <pc:sldMk cId="2891975447" sldId="267"/>
            <ac:spMk id="16" creationId="{E659831F-0D9A-4C63-9EBB-8435B85A440F}"/>
          </ac:spMkLst>
        </pc:spChg>
        <pc:spChg chg="add">
          <ac:chgData name="Nahum Ghebrehiwet" userId="abfc590084381924" providerId="LiveId" clId="{810F1BBA-1487-4FD2-B7B3-C40922840D35}" dt="2026-05-18T19:58:00.103" v="2850" actId="26606"/>
          <ac:spMkLst>
            <pc:docMk/>
            <pc:sldMk cId="2891975447" sldId="267"/>
            <ac:spMk id="18" creationId="{E6995CE5-F890-4ABA-82A2-26507CE8D2A3}"/>
          </ac:spMkLst>
        </pc:spChg>
        <pc:picChg chg="mod">
          <ac:chgData name="Nahum Ghebrehiwet" userId="abfc590084381924" providerId="LiveId" clId="{810F1BBA-1487-4FD2-B7B3-C40922840D35}" dt="2026-05-18T19:58:00.103" v="2850" actId="26606"/>
          <ac:picMkLst>
            <pc:docMk/>
            <pc:sldMk cId="2891975447" sldId="267"/>
            <ac:picMk id="7" creationId="{E58418A1-77B0-FAA0-1958-10A181FB3337}"/>
          </ac:picMkLst>
        </pc:picChg>
      </pc:sldChg>
      <pc:sldChg chg="addSp modSp new mod setBg">
        <pc:chgData name="Nahum Ghebrehiwet" userId="abfc590084381924" providerId="LiveId" clId="{810F1BBA-1487-4FD2-B7B3-C40922840D35}" dt="2026-04-27T21:32:03.310" v="1783" actId="26606"/>
        <pc:sldMkLst>
          <pc:docMk/>
          <pc:sldMk cId="3808589179" sldId="268"/>
        </pc:sldMkLst>
        <pc:spChg chg="mod">
          <ac:chgData name="Nahum Ghebrehiwet" userId="abfc590084381924" providerId="LiveId" clId="{810F1BBA-1487-4FD2-B7B3-C40922840D35}" dt="2026-04-27T21:32:03.310" v="1783" actId="26606"/>
          <ac:spMkLst>
            <pc:docMk/>
            <pc:sldMk cId="3808589179" sldId="268"/>
            <ac:spMk id="2" creationId="{A72EDD88-7166-F873-BC7F-DD8CEB7C5DB6}"/>
          </ac:spMkLst>
        </pc:spChg>
        <pc:spChg chg="mod">
          <ac:chgData name="Nahum Ghebrehiwet" userId="abfc590084381924" providerId="LiveId" clId="{810F1BBA-1487-4FD2-B7B3-C40922840D35}" dt="2026-04-27T21:32:03.310" v="1783" actId="26606"/>
          <ac:spMkLst>
            <pc:docMk/>
            <pc:sldMk cId="3808589179" sldId="268"/>
            <ac:spMk id="3" creationId="{ABAEB20F-23B7-2001-6A1D-D3DAC9DDC9BA}"/>
          </ac:spMkLst>
        </pc:spChg>
        <pc:spChg chg="add">
          <ac:chgData name="Nahum Ghebrehiwet" userId="abfc590084381924" providerId="LiveId" clId="{810F1BBA-1487-4FD2-B7B3-C40922840D35}" dt="2026-04-27T21:32:03.310" v="1783" actId="26606"/>
          <ac:spMkLst>
            <pc:docMk/>
            <pc:sldMk cId="3808589179" sldId="268"/>
            <ac:spMk id="10" creationId="{2B97F24A-32CE-4C1C-A50D-3016B394DCFB}"/>
          </ac:spMkLst>
        </pc:spChg>
        <pc:spChg chg="add">
          <ac:chgData name="Nahum Ghebrehiwet" userId="abfc590084381924" providerId="LiveId" clId="{810F1BBA-1487-4FD2-B7B3-C40922840D35}" dt="2026-04-27T21:32:03.310" v="1783" actId="26606"/>
          <ac:spMkLst>
            <pc:docMk/>
            <pc:sldMk cId="3808589179" sldId="268"/>
            <ac:spMk id="12" creationId="{CD8B4F24-440B-49E9-B85D-733523DC064B}"/>
          </ac:spMkLst>
        </pc:spChg>
        <pc:picChg chg="add mod">
          <ac:chgData name="Nahum Ghebrehiwet" userId="abfc590084381924" providerId="LiveId" clId="{810F1BBA-1487-4FD2-B7B3-C40922840D35}" dt="2026-04-27T21:32:03.310" v="1783" actId="26606"/>
          <ac:picMkLst>
            <pc:docMk/>
            <pc:sldMk cId="3808589179" sldId="268"/>
            <ac:picMk id="5" creationId="{4597B59E-6D2A-7F9E-2502-5578E34155AE}"/>
          </ac:picMkLst>
        </pc:picChg>
      </pc:sldChg>
      <pc:sldChg chg="addSp delSp modSp new mod setBg">
        <pc:chgData name="Nahum Ghebrehiwet" userId="abfc590084381924" providerId="LiveId" clId="{810F1BBA-1487-4FD2-B7B3-C40922840D35}" dt="2026-05-18T19:59:15.414" v="2860" actId="26606"/>
        <pc:sldMkLst>
          <pc:docMk/>
          <pc:sldMk cId="4116521845" sldId="269"/>
        </pc:sldMkLst>
        <pc:spChg chg="mod">
          <ac:chgData name="Nahum Ghebrehiwet" userId="abfc590084381924" providerId="LiveId" clId="{810F1BBA-1487-4FD2-B7B3-C40922840D35}" dt="2026-05-18T19:59:15.414" v="2860" actId="26606"/>
          <ac:spMkLst>
            <pc:docMk/>
            <pc:sldMk cId="4116521845" sldId="269"/>
            <ac:spMk id="2" creationId="{E46073EE-1241-77B3-DD09-0454DADFCBF7}"/>
          </ac:spMkLst>
        </pc:spChg>
        <pc:spChg chg="del mod">
          <ac:chgData name="Nahum Ghebrehiwet" userId="abfc590084381924" providerId="LiveId" clId="{810F1BBA-1487-4FD2-B7B3-C40922840D35}" dt="2026-05-18T19:58:43.509" v="2852" actId="478"/>
          <ac:spMkLst>
            <pc:docMk/>
            <pc:sldMk cId="4116521845" sldId="269"/>
            <ac:spMk id="3" creationId="{52768699-1CB7-E22D-EB27-D54ECDA501CB}"/>
          </ac:spMkLst>
        </pc:spChg>
        <pc:spChg chg="add del">
          <ac:chgData name="Nahum Ghebrehiwet" userId="abfc590084381924" providerId="LiveId" clId="{810F1BBA-1487-4FD2-B7B3-C40922840D35}" dt="2026-05-18T19:58:58.260" v="2854" actId="26606"/>
          <ac:spMkLst>
            <pc:docMk/>
            <pc:sldMk cId="4116521845" sldId="269"/>
            <ac:spMk id="10" creationId="{C59AB4C8-9178-4F7A-8404-6890510B5917}"/>
          </ac:spMkLst>
        </pc:spChg>
        <pc:spChg chg="add del">
          <ac:chgData name="Nahum Ghebrehiwet" userId="abfc590084381924" providerId="LiveId" clId="{810F1BBA-1487-4FD2-B7B3-C40922840D35}" dt="2026-05-18T19:58:58.260" v="2854" actId="26606"/>
          <ac:spMkLst>
            <pc:docMk/>
            <pc:sldMk cId="4116521845" sldId="269"/>
            <ac:spMk id="12" creationId="{4CFDFB37-4BC7-42C6-915D-A6609139BFE7}"/>
          </ac:spMkLst>
        </pc:spChg>
        <pc:spChg chg="add del">
          <ac:chgData name="Nahum Ghebrehiwet" userId="abfc590084381924" providerId="LiveId" clId="{810F1BBA-1487-4FD2-B7B3-C40922840D35}" dt="2026-05-18T19:59:02.764" v="2856" actId="26606"/>
          <ac:spMkLst>
            <pc:docMk/>
            <pc:sldMk cId="4116521845" sldId="269"/>
            <ac:spMk id="14" creationId="{594D6AA1-A0E1-45F9-8E25-BAB8092293CC}"/>
          </ac:spMkLst>
        </pc:spChg>
        <pc:spChg chg="add del">
          <ac:chgData name="Nahum Ghebrehiwet" userId="abfc590084381924" providerId="LiveId" clId="{810F1BBA-1487-4FD2-B7B3-C40922840D35}" dt="2026-05-18T19:59:04.159" v="2858" actId="26606"/>
          <ac:spMkLst>
            <pc:docMk/>
            <pc:sldMk cId="4116521845" sldId="269"/>
            <ac:spMk id="16" creationId="{407C9FC5-0C1E-42A8-97E6-F940775A0575}"/>
          </ac:spMkLst>
        </pc:spChg>
        <pc:spChg chg="add del">
          <ac:chgData name="Nahum Ghebrehiwet" userId="abfc590084381924" providerId="LiveId" clId="{810F1BBA-1487-4FD2-B7B3-C40922840D35}" dt="2026-05-18T19:59:04.159" v="2858" actId="26606"/>
          <ac:spMkLst>
            <pc:docMk/>
            <pc:sldMk cId="4116521845" sldId="269"/>
            <ac:spMk id="17" creationId="{9EE371B4-A1D9-4EFE-8FE1-000495831EFA}"/>
          </ac:spMkLst>
        </pc:spChg>
        <pc:spChg chg="add del">
          <ac:chgData name="Nahum Ghebrehiwet" userId="abfc590084381924" providerId="LiveId" clId="{810F1BBA-1487-4FD2-B7B3-C40922840D35}" dt="2026-05-18T19:59:04.159" v="2858" actId="26606"/>
          <ac:spMkLst>
            <pc:docMk/>
            <pc:sldMk cId="4116521845" sldId="269"/>
            <ac:spMk id="18" creationId="{2E19C174-9C7C-461E-970B-432019901562}"/>
          </ac:spMkLst>
        </pc:spChg>
        <pc:spChg chg="add del">
          <ac:chgData name="Nahum Ghebrehiwet" userId="abfc590084381924" providerId="LiveId" clId="{810F1BBA-1487-4FD2-B7B3-C40922840D35}" dt="2026-05-18T19:59:15.414" v="2860" actId="26606"/>
          <ac:spMkLst>
            <pc:docMk/>
            <pc:sldMk cId="4116521845" sldId="269"/>
            <ac:spMk id="20" creationId="{B1ED02B1-1BC5-458F-9994-627281CFE7C4}"/>
          </ac:spMkLst>
        </pc:spChg>
        <pc:picChg chg="add mod">
          <ac:chgData name="Nahum Ghebrehiwet" userId="abfc590084381924" providerId="LiveId" clId="{810F1BBA-1487-4FD2-B7B3-C40922840D35}" dt="2026-05-18T19:59:15.414" v="2860" actId="26606"/>
          <ac:picMkLst>
            <pc:docMk/>
            <pc:sldMk cId="4116521845" sldId="269"/>
            <ac:picMk id="5" creationId="{6E91E912-3EAF-97CA-F4EF-E7C4CE023D72}"/>
          </ac:picMkLst>
        </pc:picChg>
      </pc:sldChg>
      <pc:sldChg chg="addSp modSp new mod setBg">
        <pc:chgData name="Nahum Ghebrehiwet" userId="abfc590084381924" providerId="LiveId" clId="{810F1BBA-1487-4FD2-B7B3-C40922840D35}" dt="2026-05-18T19:59:27.743" v="2861" actId="26606"/>
        <pc:sldMkLst>
          <pc:docMk/>
          <pc:sldMk cId="1878978299" sldId="270"/>
        </pc:sldMkLst>
        <pc:spChg chg="mod">
          <ac:chgData name="Nahum Ghebrehiwet" userId="abfc590084381924" providerId="LiveId" clId="{810F1BBA-1487-4FD2-B7B3-C40922840D35}" dt="2026-05-18T19:59:27.743" v="2861" actId="26606"/>
          <ac:spMkLst>
            <pc:docMk/>
            <pc:sldMk cId="1878978299" sldId="270"/>
            <ac:spMk id="2" creationId="{BD800E46-9B1A-0F70-B6F9-163BB13268DB}"/>
          </ac:spMkLst>
        </pc:spChg>
        <pc:spChg chg="mod">
          <ac:chgData name="Nahum Ghebrehiwet" userId="abfc590084381924" providerId="LiveId" clId="{810F1BBA-1487-4FD2-B7B3-C40922840D35}" dt="2026-05-18T19:59:27.743" v="2861" actId="26606"/>
          <ac:spMkLst>
            <pc:docMk/>
            <pc:sldMk cId="1878978299" sldId="270"/>
            <ac:spMk id="3" creationId="{90BE2F61-8EC9-08A4-1F5B-1098F1674632}"/>
          </ac:spMkLst>
        </pc:spChg>
        <pc:spChg chg="add">
          <ac:chgData name="Nahum Ghebrehiwet" userId="abfc590084381924" providerId="LiveId" clId="{810F1BBA-1487-4FD2-B7B3-C40922840D35}" dt="2026-05-18T19:59:27.743" v="2861" actId="26606"/>
          <ac:spMkLst>
            <pc:docMk/>
            <pc:sldMk cId="1878978299" sldId="270"/>
            <ac:spMk id="8" creationId="{DBF61EA3-B236-439E-9C0B-340980D56BEE}"/>
          </ac:spMkLst>
        </pc:spChg>
        <pc:spChg chg="add">
          <ac:chgData name="Nahum Ghebrehiwet" userId="abfc590084381924" providerId="LiveId" clId="{810F1BBA-1487-4FD2-B7B3-C40922840D35}" dt="2026-05-18T19:59:27.743" v="2861" actId="26606"/>
          <ac:spMkLst>
            <pc:docMk/>
            <pc:sldMk cId="1878978299" sldId="270"/>
            <ac:spMk id="14" creationId="{E659831F-0D9A-4C63-9EBB-8435B85A440F}"/>
          </ac:spMkLst>
        </pc:spChg>
        <pc:grpChg chg="add">
          <ac:chgData name="Nahum Ghebrehiwet" userId="abfc590084381924" providerId="LiveId" clId="{810F1BBA-1487-4FD2-B7B3-C40922840D35}" dt="2026-05-18T19:59:27.743" v="2861" actId="26606"/>
          <ac:grpSpMkLst>
            <pc:docMk/>
            <pc:sldMk cId="1878978299" sldId="270"/>
            <ac:grpSpMk id="10" creationId="{28FAF094-D087-493F-8DF9-A486C2D6BBAA}"/>
          </ac:grpSpMkLst>
        </pc:grpChg>
      </pc:sldChg>
      <pc:sldChg chg="addSp delSp modSp new del mod">
        <pc:chgData name="Nahum Ghebrehiwet" userId="abfc590084381924" providerId="LiveId" clId="{810F1BBA-1487-4FD2-B7B3-C40922840D35}" dt="2026-05-18T19:44:14.218" v="1979" actId="47"/>
        <pc:sldMkLst>
          <pc:docMk/>
          <pc:sldMk cId="916764498" sldId="271"/>
        </pc:sldMkLst>
        <pc:spChg chg="mod">
          <ac:chgData name="Nahum Ghebrehiwet" userId="abfc590084381924" providerId="LiveId" clId="{810F1BBA-1487-4FD2-B7B3-C40922840D35}" dt="2026-05-18T19:42:48.932" v="1897" actId="20577"/>
          <ac:spMkLst>
            <pc:docMk/>
            <pc:sldMk cId="916764498" sldId="271"/>
            <ac:spMk id="2" creationId="{AC0E7E99-B5EF-4DA9-5F0D-D898B2F76A65}"/>
          </ac:spMkLst>
        </pc:spChg>
      </pc:sldChg>
      <pc:sldChg chg="addSp delSp modSp new mod ord">
        <pc:chgData name="Nahum Ghebrehiwet" userId="abfc590084381924" providerId="LiveId" clId="{810F1BBA-1487-4FD2-B7B3-C40922840D35}" dt="2026-05-18T19:44:11.871" v="1978" actId="1076"/>
        <pc:sldMkLst>
          <pc:docMk/>
          <pc:sldMk cId="1087797810" sldId="272"/>
        </pc:sldMkLst>
        <pc:spChg chg="mod">
          <ac:chgData name="Nahum Ghebrehiwet" userId="abfc590084381924" providerId="LiveId" clId="{810F1BBA-1487-4FD2-B7B3-C40922840D35}" dt="2026-04-27T21:44:15.518" v="1812" actId="20577"/>
          <ac:spMkLst>
            <pc:docMk/>
            <pc:sldMk cId="1087797810" sldId="272"/>
            <ac:spMk id="2" creationId="{88E9A2AD-00BC-5D1D-80C0-149887AA631F}"/>
          </ac:spMkLst>
        </pc:spChg>
        <pc:picChg chg="add mod">
          <ac:chgData name="Nahum Ghebrehiwet" userId="abfc590084381924" providerId="LiveId" clId="{810F1BBA-1487-4FD2-B7B3-C40922840D35}" dt="2026-05-18T19:44:11.871" v="1978" actId="1076"/>
          <ac:picMkLst>
            <pc:docMk/>
            <pc:sldMk cId="1087797810" sldId="272"/>
            <ac:picMk id="3" creationId="{09A7D9F6-8767-ABA7-508E-6DA545692FA7}"/>
          </ac:picMkLst>
        </pc:picChg>
        <pc:picChg chg="add mod">
          <ac:chgData name="Nahum Ghebrehiwet" userId="abfc590084381924" providerId="LiveId" clId="{810F1BBA-1487-4FD2-B7B3-C40922840D35}" dt="2026-05-09T18:54:57.898" v="1826" actId="14100"/>
          <ac:picMkLst>
            <pc:docMk/>
            <pc:sldMk cId="1087797810" sldId="272"/>
            <ac:picMk id="4" creationId="{768F6F90-F4C8-4E86-AECB-F40757FCBF5D}"/>
          </ac:picMkLst>
        </pc:picChg>
        <pc:picChg chg="add mod ord">
          <ac:chgData name="Nahum Ghebrehiwet" userId="abfc590084381924" providerId="LiveId" clId="{810F1BBA-1487-4FD2-B7B3-C40922840D35}" dt="2026-05-09T18:55:01.069" v="1827" actId="1076"/>
          <ac:picMkLst>
            <pc:docMk/>
            <pc:sldMk cId="1087797810" sldId="272"/>
            <ac:picMk id="5" creationId="{03B4A2BB-FED6-C0F2-B7A3-325BCF067D83}"/>
          </ac:picMkLst>
        </pc:picChg>
        <pc:picChg chg="add mod">
          <ac:chgData name="Nahum Ghebrehiwet" userId="abfc590084381924" providerId="LiveId" clId="{810F1BBA-1487-4FD2-B7B3-C40922840D35}" dt="2026-05-09T18:54:47.037" v="1824" actId="1076"/>
          <ac:picMkLst>
            <pc:docMk/>
            <pc:sldMk cId="1087797810" sldId="272"/>
            <ac:picMk id="7" creationId="{B5848A20-C705-E939-1F7E-2B3A220B9DD7}"/>
          </ac:picMkLst>
        </pc:picChg>
      </pc:sldChg>
      <pc:sldChg chg="addSp delSp modSp new mod ord setBg">
        <pc:chgData name="Nahum Ghebrehiwet" userId="abfc590084381924" providerId="LiveId" clId="{810F1BBA-1487-4FD2-B7B3-C40922840D35}" dt="2026-05-18T19:59:46.991" v="2863" actId="26606"/>
        <pc:sldMkLst>
          <pc:docMk/>
          <pc:sldMk cId="1809679333" sldId="273"/>
        </pc:sldMkLst>
        <pc:spChg chg="mod">
          <ac:chgData name="Nahum Ghebrehiwet" userId="abfc590084381924" providerId="LiveId" clId="{810F1BBA-1487-4FD2-B7B3-C40922840D35}" dt="2026-05-18T19:59:46.991" v="2863" actId="26606"/>
          <ac:spMkLst>
            <pc:docMk/>
            <pc:sldMk cId="1809679333" sldId="273"/>
            <ac:spMk id="2" creationId="{46B6E8EB-406F-0DF4-5513-3D9F68F1DEED}"/>
          </ac:spMkLst>
        </pc:spChg>
        <pc:spChg chg="add mod">
          <ac:chgData name="Nahum Ghebrehiwet" userId="abfc590084381924" providerId="LiveId" clId="{810F1BBA-1487-4FD2-B7B3-C40922840D35}" dt="2026-05-18T19:59:46.991" v="2863" actId="26606"/>
          <ac:spMkLst>
            <pc:docMk/>
            <pc:sldMk cId="1809679333" sldId="273"/>
            <ac:spMk id="7" creationId="{6CD14173-3772-6C86-DF96-6FC570C1C18F}"/>
          </ac:spMkLst>
        </pc:spChg>
        <pc:spChg chg="add">
          <ac:chgData name="Nahum Ghebrehiwet" userId="abfc590084381924" providerId="LiveId" clId="{810F1BBA-1487-4FD2-B7B3-C40922840D35}" dt="2026-05-18T19:59:46.991" v="2863" actId="26606"/>
          <ac:spMkLst>
            <pc:docMk/>
            <pc:sldMk cId="1809679333" sldId="273"/>
            <ac:spMk id="12" creationId="{DBF61EA3-B236-439E-9C0B-340980D56BEE}"/>
          </ac:spMkLst>
        </pc:spChg>
        <pc:spChg chg="add">
          <ac:chgData name="Nahum Ghebrehiwet" userId="abfc590084381924" providerId="LiveId" clId="{810F1BBA-1487-4FD2-B7B3-C40922840D35}" dt="2026-05-18T19:59:46.991" v="2863" actId="26606"/>
          <ac:spMkLst>
            <pc:docMk/>
            <pc:sldMk cId="1809679333" sldId="273"/>
            <ac:spMk id="18" creationId="{E659831F-0D9A-4C63-9EBB-8435B85A440F}"/>
          </ac:spMkLst>
        </pc:spChg>
        <pc:grpChg chg="add">
          <ac:chgData name="Nahum Ghebrehiwet" userId="abfc590084381924" providerId="LiveId" clId="{810F1BBA-1487-4FD2-B7B3-C40922840D35}" dt="2026-05-18T19:59:46.991" v="2863" actId="26606"/>
          <ac:grpSpMkLst>
            <pc:docMk/>
            <pc:sldMk cId="1809679333" sldId="273"/>
            <ac:grpSpMk id="14" creationId="{28FAF094-D087-493F-8DF9-A486C2D6BBAA}"/>
          </ac:grpSpMkLst>
        </pc:grpChg>
      </pc:sldChg>
      <pc:sldChg chg="addSp delSp modSp new mod">
        <pc:chgData name="Nahum Ghebrehiwet" userId="abfc590084381924" providerId="LiveId" clId="{810F1BBA-1487-4FD2-B7B3-C40922840D35}" dt="2026-05-18T19:41:30.020" v="1861" actId="1076"/>
        <pc:sldMkLst>
          <pc:docMk/>
          <pc:sldMk cId="148320291" sldId="274"/>
        </pc:sldMkLst>
        <pc:spChg chg="mod">
          <ac:chgData name="Nahum Ghebrehiwet" userId="abfc590084381924" providerId="LiveId" clId="{810F1BBA-1487-4FD2-B7B3-C40922840D35}" dt="2026-05-18T19:40:48.706" v="1854" actId="20577"/>
          <ac:spMkLst>
            <pc:docMk/>
            <pc:sldMk cId="148320291" sldId="274"/>
            <ac:spMk id="2" creationId="{B3FA6AE1-5D00-866D-12FC-FAC8F01291F5}"/>
          </ac:spMkLst>
        </pc:spChg>
        <pc:spChg chg="del">
          <ac:chgData name="Nahum Ghebrehiwet" userId="abfc590084381924" providerId="LiveId" clId="{810F1BBA-1487-4FD2-B7B3-C40922840D35}" dt="2026-05-18T19:41:11.749" v="1855" actId="931"/>
          <ac:spMkLst>
            <pc:docMk/>
            <pc:sldMk cId="148320291" sldId="274"/>
            <ac:spMk id="3" creationId="{2F1B60EB-239D-6C37-52E7-6470C2FA7AC7}"/>
          </ac:spMkLst>
        </pc:spChg>
        <pc:picChg chg="add mod ord">
          <ac:chgData name="Nahum Ghebrehiwet" userId="abfc590084381924" providerId="LiveId" clId="{810F1BBA-1487-4FD2-B7B3-C40922840D35}" dt="2026-05-18T19:41:30.020" v="1861" actId="1076"/>
          <ac:picMkLst>
            <pc:docMk/>
            <pc:sldMk cId="148320291" sldId="274"/>
            <ac:picMk id="5" creationId="{59193152-90D7-EA01-6AC8-D2E87E1E167E}"/>
          </ac:picMkLst>
        </pc:picChg>
        <pc:picChg chg="add mod">
          <ac:chgData name="Nahum Ghebrehiwet" userId="abfc590084381924" providerId="LiveId" clId="{810F1BBA-1487-4FD2-B7B3-C40922840D35}" dt="2026-05-18T19:41:27.040" v="1860" actId="1076"/>
          <ac:picMkLst>
            <pc:docMk/>
            <pc:sldMk cId="148320291" sldId="274"/>
            <ac:picMk id="7" creationId="{E37DDD9C-7FDA-AEF5-1C70-5050F0CA25AB}"/>
          </ac:picMkLst>
        </pc:picChg>
      </pc:sldChg>
      <pc:sldChg chg="addSp modSp new mod setBg">
        <pc:chgData name="Nahum Ghebrehiwet" userId="abfc590084381924" providerId="LiveId" clId="{810F1BBA-1487-4FD2-B7B3-C40922840D35}" dt="2026-05-18T19:59:41.070" v="2862" actId="26606"/>
        <pc:sldMkLst>
          <pc:docMk/>
          <pc:sldMk cId="3046858343" sldId="275"/>
        </pc:sldMkLst>
        <pc:spChg chg="mod">
          <ac:chgData name="Nahum Ghebrehiwet" userId="abfc590084381924" providerId="LiveId" clId="{810F1BBA-1487-4FD2-B7B3-C40922840D35}" dt="2026-05-18T19:59:41.070" v="2862" actId="26606"/>
          <ac:spMkLst>
            <pc:docMk/>
            <pc:sldMk cId="3046858343" sldId="275"/>
            <ac:spMk id="2" creationId="{4CA0A5E9-7775-FCE1-CD79-285FF25431DB}"/>
          </ac:spMkLst>
        </pc:spChg>
        <pc:spChg chg="mod">
          <ac:chgData name="Nahum Ghebrehiwet" userId="abfc590084381924" providerId="LiveId" clId="{810F1BBA-1487-4FD2-B7B3-C40922840D35}" dt="2026-05-18T19:59:41.070" v="2862" actId="26606"/>
          <ac:spMkLst>
            <pc:docMk/>
            <pc:sldMk cId="3046858343" sldId="275"/>
            <ac:spMk id="3" creationId="{7751B882-EAD9-1293-F8ED-F63E1C3EF832}"/>
          </ac:spMkLst>
        </pc:spChg>
        <pc:spChg chg="add">
          <ac:chgData name="Nahum Ghebrehiwet" userId="abfc590084381924" providerId="LiveId" clId="{810F1BBA-1487-4FD2-B7B3-C40922840D35}" dt="2026-05-18T19:59:41.070" v="2862" actId="26606"/>
          <ac:spMkLst>
            <pc:docMk/>
            <pc:sldMk cId="3046858343" sldId="275"/>
            <ac:spMk id="8" creationId="{DBF61EA3-B236-439E-9C0B-340980D56BEE}"/>
          </ac:spMkLst>
        </pc:spChg>
        <pc:spChg chg="add">
          <ac:chgData name="Nahum Ghebrehiwet" userId="abfc590084381924" providerId="LiveId" clId="{810F1BBA-1487-4FD2-B7B3-C40922840D35}" dt="2026-05-18T19:59:41.070" v="2862" actId="26606"/>
          <ac:spMkLst>
            <pc:docMk/>
            <pc:sldMk cId="3046858343" sldId="275"/>
            <ac:spMk id="14" creationId="{E659831F-0D9A-4C63-9EBB-8435B85A440F}"/>
          </ac:spMkLst>
        </pc:spChg>
        <pc:grpChg chg="add">
          <ac:chgData name="Nahum Ghebrehiwet" userId="abfc590084381924" providerId="LiveId" clId="{810F1BBA-1487-4FD2-B7B3-C40922840D35}" dt="2026-05-18T19:59:41.070" v="2862" actId="26606"/>
          <ac:grpSpMkLst>
            <pc:docMk/>
            <pc:sldMk cId="3046858343" sldId="275"/>
            <ac:grpSpMk id="10" creationId="{28FAF094-D087-493F-8DF9-A486C2D6BBAA}"/>
          </ac:grpSpMkLst>
        </pc:grpChg>
      </pc:sldChg>
      <pc:sldChg chg="addSp delSp modSp new mod setBg">
        <pc:chgData name="Nahum Ghebrehiwet" userId="abfc590084381924" providerId="LiveId" clId="{810F1BBA-1487-4FD2-B7B3-C40922840D35}" dt="2026-05-18T20:00:11.649" v="2869" actId="33524"/>
        <pc:sldMkLst>
          <pc:docMk/>
          <pc:sldMk cId="1528708797" sldId="276"/>
        </pc:sldMkLst>
        <pc:spChg chg="mod">
          <ac:chgData name="Nahum Ghebrehiwet" userId="abfc590084381924" providerId="LiveId" clId="{810F1BBA-1487-4FD2-B7B3-C40922840D35}" dt="2026-05-18T20:00:02.732" v="2868" actId="26606"/>
          <ac:spMkLst>
            <pc:docMk/>
            <pc:sldMk cId="1528708797" sldId="276"/>
            <ac:spMk id="2" creationId="{CD6F5ED2-E595-7920-8748-9B3A308F3BDC}"/>
          </ac:spMkLst>
        </pc:spChg>
        <pc:spChg chg="mod">
          <ac:chgData name="Nahum Ghebrehiwet" userId="abfc590084381924" providerId="LiveId" clId="{810F1BBA-1487-4FD2-B7B3-C40922840D35}" dt="2026-05-18T20:00:11.649" v="2869" actId="33524"/>
          <ac:spMkLst>
            <pc:docMk/>
            <pc:sldMk cId="1528708797" sldId="276"/>
            <ac:spMk id="3" creationId="{D1F65994-A198-1F0D-6A93-A9375343AB43}"/>
          </ac:spMkLst>
        </pc:spChg>
        <pc:spChg chg="add del">
          <ac:chgData name="Nahum Ghebrehiwet" userId="abfc590084381924" providerId="LiveId" clId="{810F1BBA-1487-4FD2-B7B3-C40922840D35}" dt="2026-05-18T20:00:00.648" v="2865" actId="26606"/>
          <ac:spMkLst>
            <pc:docMk/>
            <pc:sldMk cId="1528708797" sldId="276"/>
            <ac:spMk id="8" creationId="{4DA718D0-4865-4629-8134-44F68D41D574}"/>
          </ac:spMkLst>
        </pc:spChg>
        <pc:spChg chg="add del">
          <ac:chgData name="Nahum Ghebrehiwet" userId="abfc590084381924" providerId="LiveId" clId="{810F1BBA-1487-4FD2-B7B3-C40922840D35}" dt="2026-05-18T20:00:00.648" v="2865" actId="26606"/>
          <ac:spMkLst>
            <pc:docMk/>
            <pc:sldMk cId="1528708797" sldId="276"/>
            <ac:spMk id="14" creationId="{CBC4F608-B4B8-48C3-9572-C0F061B1CD99}"/>
          </ac:spMkLst>
        </pc:spChg>
        <pc:spChg chg="add del">
          <ac:chgData name="Nahum Ghebrehiwet" userId="abfc590084381924" providerId="LiveId" clId="{810F1BBA-1487-4FD2-B7B3-C40922840D35}" dt="2026-05-18T20:00:02.726" v="2867" actId="26606"/>
          <ac:spMkLst>
            <pc:docMk/>
            <pc:sldMk cId="1528708797" sldId="276"/>
            <ac:spMk id="15" creationId="{D5B0017B-2ECA-49AF-B397-DC140825DF8D}"/>
          </ac:spMkLst>
        </pc:spChg>
        <pc:spChg chg="add del">
          <ac:chgData name="Nahum Ghebrehiwet" userId="abfc590084381924" providerId="LiveId" clId="{810F1BBA-1487-4FD2-B7B3-C40922840D35}" dt="2026-05-18T20:00:02.726" v="2867" actId="26606"/>
          <ac:spMkLst>
            <pc:docMk/>
            <pc:sldMk cId="1528708797" sldId="276"/>
            <ac:spMk id="16" creationId="{B6CDA21F-E7AF-4C75-8395-33F58D5B0E45}"/>
          </ac:spMkLst>
        </pc:spChg>
        <pc:spChg chg="add">
          <ac:chgData name="Nahum Ghebrehiwet" userId="abfc590084381924" providerId="LiveId" clId="{810F1BBA-1487-4FD2-B7B3-C40922840D35}" dt="2026-05-18T20:00:02.732" v="2868" actId="26606"/>
          <ac:spMkLst>
            <pc:docMk/>
            <pc:sldMk cId="1528708797" sldId="276"/>
            <ac:spMk id="22" creationId="{4DA718D0-4865-4629-8134-44F68D41D574}"/>
          </ac:spMkLst>
        </pc:spChg>
        <pc:spChg chg="add">
          <ac:chgData name="Nahum Ghebrehiwet" userId="abfc590084381924" providerId="LiveId" clId="{810F1BBA-1487-4FD2-B7B3-C40922840D35}" dt="2026-05-18T20:00:02.732" v="2868" actId="26606"/>
          <ac:spMkLst>
            <pc:docMk/>
            <pc:sldMk cId="1528708797" sldId="276"/>
            <ac:spMk id="24" creationId="{CBC4F608-B4B8-48C3-9572-C0F061B1CD99}"/>
          </ac:spMkLst>
        </pc:spChg>
        <pc:grpChg chg="add del">
          <ac:chgData name="Nahum Ghebrehiwet" userId="abfc590084381924" providerId="LiveId" clId="{810F1BBA-1487-4FD2-B7B3-C40922840D35}" dt="2026-05-18T20:00:00.648" v="2865" actId="26606"/>
          <ac:grpSpMkLst>
            <pc:docMk/>
            <pc:sldMk cId="1528708797" sldId="276"/>
            <ac:grpSpMk id="10" creationId="{65167ED7-6315-43AB-B1B6-C326D5FD8F84}"/>
          </ac:grpSpMkLst>
        </pc:grpChg>
        <pc:grpChg chg="add del">
          <ac:chgData name="Nahum Ghebrehiwet" userId="abfc590084381924" providerId="LiveId" clId="{810F1BBA-1487-4FD2-B7B3-C40922840D35}" dt="2026-05-18T20:00:02.726" v="2867" actId="26606"/>
          <ac:grpSpMkLst>
            <pc:docMk/>
            <pc:sldMk cId="1528708797" sldId="276"/>
            <ac:grpSpMk id="18" creationId="{AE1C45F0-260A-458C-96ED-C1F6D2151219}"/>
          </ac:grpSpMkLst>
        </pc:grpChg>
        <pc:grpChg chg="add">
          <ac:chgData name="Nahum Ghebrehiwet" userId="abfc590084381924" providerId="LiveId" clId="{810F1BBA-1487-4FD2-B7B3-C40922840D35}" dt="2026-05-18T20:00:02.732" v="2868" actId="26606"/>
          <ac:grpSpMkLst>
            <pc:docMk/>
            <pc:sldMk cId="1528708797" sldId="276"/>
            <ac:grpSpMk id="23" creationId="{65167ED7-6315-43AB-B1B6-C326D5FD8F84}"/>
          </ac:grpSpMkLst>
        </pc:grpChg>
        <pc:cxnChg chg="add del">
          <ac:chgData name="Nahum Ghebrehiwet" userId="abfc590084381924" providerId="LiveId" clId="{810F1BBA-1487-4FD2-B7B3-C40922840D35}" dt="2026-05-18T20:00:02.726" v="2867" actId="26606"/>
          <ac:cxnSpMkLst>
            <pc:docMk/>
            <pc:sldMk cId="1528708797" sldId="276"/>
            <ac:cxnSpMk id="17" creationId="{6CF1BAF6-AD41-4082-B212-8A1F9A2E8779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4C419-A76C-AB18-ACEA-B63247E242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71F543-2A1A-13B1-D7C4-D94EAFE834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76858-FC5C-50A3-253D-7AEC2CDE4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51022-73B8-42AD-A71E-EEA6C1B3999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E55D0-7CE6-E817-9308-F1C444B8C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F5A3E-1260-E0DA-948D-72DD2FD64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915B-0062-4657-99FA-E45C750E8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66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90630-259F-DE9B-BB6F-25CF1F65E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BABCA-A101-AFA4-339C-9380357CA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56AA8-A2D0-4053-826D-6E9900355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51022-73B8-42AD-A71E-EEA6C1B3999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B1EA1-0BAA-E0A5-21E6-CF07652BD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5F04E-8E3E-4096-2D00-BF21EC4A3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915B-0062-4657-99FA-E45C750E8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42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580E4-6332-95BA-0EC6-70E910CE1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F6FC5-4A01-B28C-E7BF-F777AD227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DA26B-D419-5172-EF9A-F7E8AE73D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51022-73B8-42AD-A71E-EEA6C1B3999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2B426-9DF7-416C-A7FB-55E5202CD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E668D-99B9-E312-C146-488D847D5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915B-0062-4657-99FA-E45C750E8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12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4E87F-B37D-1985-DA46-289B200F7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9F8C3-A3F3-381E-DCE6-DFDFD09E23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04E418-E706-4579-C8C9-17BC5290C8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0303A7-3CF4-2169-2604-DE05D9909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51022-73B8-42AD-A71E-EEA6C1B3999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80116-976C-70CE-86A6-ACF7BFCB8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32EF02-685C-9B8A-A8CF-1E7546B77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915B-0062-4657-99FA-E45C750E8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97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83000-074E-FEC2-4157-9C80433B4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F57192-F1A3-E0B5-457A-30738905D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C62937-B102-4977-ACC6-05ED85411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E2550F-D956-5B2B-41C4-688BFDE646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148A30-C8A2-48CD-F79A-1EBF1F9855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9D1F2F-6F00-7BEE-7703-B748464E8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51022-73B8-42AD-A71E-EEA6C1B3999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3576DD-4938-A1AD-70BE-3E98F57EA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5102BE-BF38-7557-C454-07C72E017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915B-0062-4657-99FA-E45C750E8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904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60A5A-0F4D-8C20-0368-12F1DB3B9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27112E-4157-0623-88F5-E51C8EDA4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51022-73B8-42AD-A71E-EEA6C1B3999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C9E697-C743-C49F-5F3E-A60C4C029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F22651-1A93-EF05-4D2A-AF88BEB20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915B-0062-4657-99FA-E45C750E8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524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395C45-C215-45C7-BE04-62C821621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51022-73B8-42AD-A71E-EEA6C1B3999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7F70CE-368D-9896-5B05-0D57A88C9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338E4-6E9A-C6E7-C8DC-C785019B8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915B-0062-4657-99FA-E45C750E8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054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8A32E-8FFF-DEA5-3D17-2E2DEC721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ED967-22A6-3B62-3670-412C8109A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A85733-72B7-BA85-4B8F-2053B21AB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E8E9AD-4382-172D-F32B-73B763EBE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51022-73B8-42AD-A71E-EEA6C1B3999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FED770-158A-BE8E-E79A-65108E69F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ACCB61-A18B-8E75-410C-1A0EEC595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915B-0062-4657-99FA-E45C750E8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430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60715-34FC-14FE-FD89-7AFD069F7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C1D724-C19C-5A1B-4271-E85339EF08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99838E-673F-0E39-A53A-764508C150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9D511-A373-027B-E1C9-2EB5C643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51022-73B8-42AD-A71E-EEA6C1B3999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02886-6053-9FFD-ADDC-37885978E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D6D374-8D20-DE63-FFA2-14C069284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915B-0062-4657-99FA-E45C750E8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856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9DFD7-EB3D-1444-3B7E-0B1A240D3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87696F-FC0B-6B24-60B1-7EA11178C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48E9F-8D63-77DF-A7DB-6F6EE2626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51022-73B8-42AD-A71E-EEA6C1B3999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9B5DF-3846-D584-A36D-2791180AB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DC472-C84C-68FE-0922-A662851C2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915B-0062-4657-99FA-E45C750E8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234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99872B-BB21-AAE6-8B8E-C6A020C835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A4A521-8717-A4F0-AFF4-F05B67E239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55CB1-696D-B6D8-7D3E-3D601A771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51022-73B8-42AD-A71E-EEA6C1B3999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A99A9-BCCD-667A-BEDB-728E739A5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91028-C6E7-45DF-A72F-5DDF2E7E8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915B-0062-4657-99FA-E45C750E8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366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0628D0-B00F-B7EB-ED96-B851D95C4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16D352-D19A-92AF-CFA9-F71E71718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CF262-1278-0071-07D2-EC886060DF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251022-73B8-42AD-A71E-EEA6C1B3999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DF305-D8A2-8094-CD96-A76E576388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E75DD-5CDE-304E-FCF1-29FAB105D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58915B-0062-4657-99FA-E45C750E8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962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C61396-315A-2260-C83B-1CA33EB43B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US" sz="7200" dirty="0"/>
              <a:t>Health Insurance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7C81A4-AD39-62C4-E676-99B2132CDF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r>
              <a:rPr lang="en-US"/>
              <a:t>Nahum Ghebrehiwet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7927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4BF162-2F2D-4DCE-AC8A-C0D68C9BE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US" sz="5400"/>
              <a:t>Health Insurance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FC3F0-6C56-3967-A1E2-411840093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2902913"/>
            <a:ext cx="9849751" cy="3032168"/>
          </a:xfrm>
        </p:spPr>
        <p:txBody>
          <a:bodyPr anchor="ctr">
            <a:normAutofit/>
          </a:bodyPr>
          <a:lstStyle/>
          <a:p>
            <a:r>
              <a:rPr lang="en-US" sz="2000"/>
              <a:t>Healthcare costs are one of the largest payments people make in their lifetime.</a:t>
            </a:r>
          </a:p>
          <a:p>
            <a:endParaRPr lang="en-US" sz="2000"/>
          </a:p>
          <a:p>
            <a:r>
              <a:rPr lang="en-US" sz="2000"/>
              <a:t>Healthcare premiums are influenced by a variety of factors.</a:t>
            </a:r>
          </a:p>
          <a:p>
            <a:endParaRPr lang="en-US" sz="2000"/>
          </a:p>
          <a:p>
            <a:endParaRPr lang="en-US" sz="2000"/>
          </a:p>
          <a:p>
            <a:r>
              <a:rPr lang="en-US" sz="2000"/>
              <a:t>Learning about these factors can help minimize cost.</a:t>
            </a:r>
          </a:p>
        </p:txBody>
      </p:sp>
    </p:spTree>
    <p:extLst>
      <p:ext uri="{BB962C8B-B14F-4D97-AF65-F5344CB8AC3E}">
        <p14:creationId xmlns:p14="http://schemas.microsoft.com/office/powerpoint/2010/main" val="366008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7F7366-EE55-543D-C6D4-47D902674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1CCA5-D4C0-DB61-FDC3-2F31FDDEE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 dirty="0"/>
              <a:t> The goal of this project is to analyze how different patient characteristics affect cost</a:t>
            </a:r>
          </a:p>
          <a:p>
            <a:endParaRPr lang="en-US" sz="2400" dirty="0"/>
          </a:p>
          <a:p>
            <a:r>
              <a:rPr lang="en-US" sz="2400" dirty="0"/>
              <a:t> Provide data-driven recommendations on how to minimize the cost of health insurance.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5905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EFB4D1-B940-0CC9-6E46-F9A1063FF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Health Insurance Data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B0438-F4F5-1D3A-46EC-DE8EAE1A8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 dirty="0"/>
              <a:t> The dataset has over 1,300 patient records</a:t>
            </a:r>
          </a:p>
          <a:p>
            <a:endParaRPr lang="en-US" sz="2400" dirty="0"/>
          </a:p>
          <a:p>
            <a:r>
              <a:rPr lang="en-US" sz="2400" dirty="0"/>
              <a:t> The dataset includes valuable information such as age, sex, BMI, smoker, region, and number of children</a:t>
            </a:r>
          </a:p>
        </p:txBody>
      </p:sp>
    </p:spTree>
    <p:extLst>
      <p:ext uri="{BB962C8B-B14F-4D97-AF65-F5344CB8AC3E}">
        <p14:creationId xmlns:p14="http://schemas.microsoft.com/office/powerpoint/2010/main" val="2613176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412740-0AC5-C85C-5334-7319F0029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Tools and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691F6-7568-6F53-9E28-4ADEA4554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200" dirty="0"/>
              <a:t>Python: Cleaning and checking data for errors</a:t>
            </a:r>
          </a:p>
          <a:p>
            <a:endParaRPr lang="en-US" sz="2200" dirty="0"/>
          </a:p>
          <a:p>
            <a:r>
              <a:rPr lang="en-US" sz="2200" dirty="0"/>
              <a:t>SQL: Descriptive statistics</a:t>
            </a:r>
          </a:p>
          <a:p>
            <a:endParaRPr lang="en-US" sz="2200" dirty="0"/>
          </a:p>
          <a:p>
            <a:r>
              <a:rPr lang="en-US" sz="2200" dirty="0"/>
              <a:t>Power BI: Table Visualizations</a:t>
            </a:r>
          </a:p>
          <a:p>
            <a:endParaRPr lang="en-US" sz="2200" dirty="0"/>
          </a:p>
          <a:p>
            <a:r>
              <a:rPr lang="en-US" sz="2200" dirty="0"/>
              <a:t>RStudio: Inferential Statistics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924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72C437-D7D9-1B95-43E7-4B8D337B4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356" y="1188637"/>
            <a:ext cx="9984615" cy="1597228"/>
          </a:xfrm>
        </p:spPr>
        <p:txBody>
          <a:bodyPr>
            <a:normAutofit/>
          </a:bodyPr>
          <a:lstStyle/>
          <a:p>
            <a:r>
              <a:rPr lang="en-US" sz="6000" dirty="0"/>
              <a:t>Average Charge by Sex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A10D3-2784-77C7-046D-5B1F76A03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2998278"/>
            <a:ext cx="4238257" cy="2728198"/>
          </a:xfrm>
        </p:spPr>
        <p:txBody>
          <a:bodyPr anchor="t">
            <a:normAutofit/>
          </a:bodyPr>
          <a:lstStyle/>
          <a:p>
            <a:r>
              <a:rPr lang="en-US" sz="2000" dirty="0"/>
              <a:t>This table shows the average charge for patients by sex.  </a:t>
            </a:r>
          </a:p>
          <a:p>
            <a:endParaRPr lang="en-US" sz="2000" dirty="0"/>
          </a:p>
          <a:p>
            <a:r>
              <a:rPr lang="en-US" sz="2000" dirty="0"/>
              <a:t>Male patients have, on average, higher premiums</a:t>
            </a:r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06D13E-D172-FDEB-E21E-6967529477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336" y="3429000"/>
            <a:ext cx="4184500" cy="122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436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3B28B5-593B-EC73-336A-B3875B5E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200"/>
              <a:t>Average Charge by Age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9F580-E1BA-275E-439B-87101C8FD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This table shows the average premium for each age group </a:t>
            </a:r>
          </a:p>
          <a:p>
            <a:endParaRPr lang="en-US" sz="2200" dirty="0"/>
          </a:p>
          <a:p>
            <a:r>
              <a:rPr lang="en-US" sz="2200" dirty="0"/>
              <a:t>Older patients have higher charges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3BDD9B-BFC7-9E4E-F6BE-99C3DC860D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806856"/>
            <a:ext cx="6903720" cy="3244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526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D4C4AE-8A2A-8EB1-7EF9-1E9D44B07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 dirty="0"/>
              <a:t>Average Charges by Number of Children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B7900-B475-3D1D-F4B1-FFF32D9B1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This table shows the average charges for patients by the number of children they have. </a:t>
            </a:r>
          </a:p>
          <a:p>
            <a:endParaRPr lang="en-US" sz="2200" dirty="0"/>
          </a:p>
          <a:p>
            <a:r>
              <a:rPr lang="en-US" sz="2200" dirty="0"/>
              <a:t>There are a very small number of patients with 4 or more children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9F2F6B-2E98-AD02-115E-B026D45490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875663"/>
            <a:ext cx="6903720" cy="310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654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C7BE98-3898-CA28-0EDD-3644FF974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100"/>
              <a:t>Average Charges by Number of Children Cont.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2B8EB-442E-2609-9A25-90FFF552D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This table also shows the average charges for patients by the number of children they have.  </a:t>
            </a:r>
          </a:p>
          <a:p>
            <a:endParaRPr lang="en-US" sz="2000" dirty="0"/>
          </a:p>
          <a:p>
            <a:r>
              <a:rPr lang="en-US" sz="2000" dirty="0"/>
              <a:t>Removed patients who have more than 3 children </a:t>
            </a:r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06ECDD-A37F-D69D-F28F-1132C5B493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3482997"/>
            <a:ext cx="5150277" cy="17167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291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61DF7B-ED52-D3A1-6AF8-AE00F1E3E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200" dirty="0"/>
              <a:t>Average Charge by BMI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D038D-CDE2-F26B-0C24-FBC15DBA2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1700" dirty="0"/>
              <a:t>The table shows the average charge by BMI category </a:t>
            </a:r>
          </a:p>
          <a:p>
            <a:r>
              <a:rPr lang="en-US" sz="1700" dirty="0"/>
              <a:t>Underweight: BMI &lt; 18.5</a:t>
            </a:r>
          </a:p>
          <a:p>
            <a:r>
              <a:rPr lang="en-US" sz="1700" dirty="0"/>
              <a:t>Healthy Weight: 18.5 &lt; BMI &lt; 25</a:t>
            </a:r>
          </a:p>
          <a:p>
            <a:r>
              <a:rPr lang="en-US" sz="1700" dirty="0"/>
              <a:t>Overweight: 25 &lt; BMI &lt; 29</a:t>
            </a:r>
          </a:p>
          <a:p>
            <a:r>
              <a:rPr lang="en-US" sz="1700" dirty="0"/>
              <a:t>Obesity: BMI &gt; 30</a:t>
            </a:r>
          </a:p>
          <a:p>
            <a:endParaRPr lang="en-US" sz="1700" dirty="0"/>
          </a:p>
          <a:p>
            <a:pPr marL="0" indent="0">
              <a:buNone/>
            </a:pPr>
            <a:r>
              <a:rPr lang="en-US" sz="1700" dirty="0"/>
              <a:t>Based on the CDC health guideline</a:t>
            </a:r>
          </a:p>
          <a:p>
            <a:endParaRPr lang="en-US" sz="17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6F12F9-5F47-EDFD-FD66-42742A4C4B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724644"/>
            <a:ext cx="6903720" cy="3408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423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0E8704-CF79-7C22-CF6E-E5016B025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Average Charge by BMI cont.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98862-E8C6-C0C8-4AFE-3E0F49B16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This table also shows the average charge by BMI category </a:t>
            </a:r>
          </a:p>
          <a:p>
            <a:endParaRPr lang="en-US" sz="2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8418A1-77B0-FAA0-1958-10A181FB33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3413688"/>
            <a:ext cx="5150277" cy="185537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975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EDD88-7166-F873-BC7F-DD8CEB7C5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/>
              <a:t>Average Charge by Region 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EB20F-23B7-2001-6A1D-D3DAC9DDC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The table shows average charge by region </a:t>
            </a:r>
          </a:p>
          <a:p>
            <a:endParaRPr lang="en-US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97B59E-6D2A-7F9E-2502-5578E34155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2018646"/>
            <a:ext cx="6903720" cy="2820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589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073EE-1241-77B3-DD09-0454DADFC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Average Charge by Smoker Status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91E912-3EAF-97CA-F4EF-E7C4CE023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4733" y="2940986"/>
            <a:ext cx="5319558" cy="1387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521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A6AE1-5D00-866D-12FC-FAC8F0129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together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193152-90D7-EA01-6AC8-D2E87E1E16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09630"/>
            <a:ext cx="5925377" cy="24387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7DDD9C-7FDA-AEF5-1C70-5050F0CA25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8950" y="948656"/>
            <a:ext cx="4003026" cy="496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02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800E46-9B1A-0F70-B6F9-163BB1326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4600"/>
              <a:t>Descriptive Statistics Basic Summary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E2F61-8EC9-08A4-1F5B-1098F1674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/>
              <a:t>This basic analysis found certain characteristics of patients that have much higher average charges</a:t>
            </a:r>
          </a:p>
          <a:p>
            <a:r>
              <a:rPr lang="en-US" sz="2400"/>
              <a:t>Patients 60+ years old</a:t>
            </a:r>
          </a:p>
          <a:p>
            <a:r>
              <a:rPr lang="en-US" sz="2400"/>
              <a:t> Patients with BMI at or above class 1 obesity </a:t>
            </a:r>
          </a:p>
          <a:p>
            <a:r>
              <a:rPr lang="en-US" sz="2400"/>
              <a:t>Smokers</a:t>
            </a:r>
          </a:p>
          <a:p>
            <a:r>
              <a:rPr lang="en-US" sz="2400"/>
              <a:t>Patients with 2 or more children have slightly higher average charges</a:t>
            </a:r>
          </a:p>
          <a:p>
            <a:endParaRPr lang="en-US" sz="2400"/>
          </a:p>
          <a:p>
            <a:endParaRPr lang="en-US" sz="2400"/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878978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9A2AD-00BC-5D1D-80C0-149887AA6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significance age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B4A2BB-FED6-C0F2-B7A3-325BCF067D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827" y="2172620"/>
            <a:ext cx="6230219" cy="7430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848A20-C705-E939-1F7E-2B3A220B9D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827" y="3473817"/>
            <a:ext cx="6801799" cy="7811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68F6F90-F4C8-4E86-AECB-F40757FCBF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827" y="4602427"/>
            <a:ext cx="7740954" cy="599493"/>
          </a:xfrm>
          <a:prstGeom prst="rect">
            <a:avLst/>
          </a:prstGeom>
        </p:spPr>
      </p:pic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09A7D9F6-8767-ABA7-508E-6DA545692F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1781" y="2038139"/>
            <a:ext cx="2448267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7978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A0A5E9-7775-FCE1-CD79-285FF2543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Recommendations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1B882-EAD9-1293-F8ED-F63E1C3EF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/>
              <a:t>Provide incentive programs to reduce costs for patient groups with high average charges</a:t>
            </a:r>
          </a:p>
          <a:p>
            <a:pPr marL="0" indent="0">
              <a:buNone/>
            </a:pPr>
            <a:r>
              <a:rPr lang="en-US" sz="2400"/>
              <a:t>	ex: Reduced gym membership, nicotine cessation, etc.</a:t>
            </a:r>
          </a:p>
          <a:p>
            <a:pPr marL="0" indent="0">
              <a:buNone/>
            </a:pPr>
            <a:endParaRPr lang="en-US" sz="2400"/>
          </a:p>
          <a:p>
            <a:r>
              <a:rPr lang="en-US" sz="2400"/>
              <a:t>Patients can take steps to reduce charges, such as maintaining a weight below obesity and minimizing smoking.</a:t>
            </a:r>
          </a:p>
        </p:txBody>
      </p:sp>
    </p:spTree>
    <p:extLst>
      <p:ext uri="{BB962C8B-B14F-4D97-AF65-F5344CB8AC3E}">
        <p14:creationId xmlns:p14="http://schemas.microsoft.com/office/powerpoint/2010/main" val="30468583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B6E8EB-406F-0DF4-5513-3D9F68F1D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Conclusion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CD14173-3772-6C86-DF96-6FC570C1C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/>
              <a:t>Goal was to analyze how different patient characteristics affect cost</a:t>
            </a:r>
          </a:p>
          <a:p>
            <a:endParaRPr lang="en-US" sz="2400"/>
          </a:p>
          <a:p>
            <a:r>
              <a:rPr lang="en-US" sz="2400"/>
              <a:t>Create potential recommendations to reduce healthcare costs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809679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F5ED2-E595-7920-8748-9B3A308F3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US" sz="540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65994-A198-1F0D-6A93-A9375343A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2902913"/>
            <a:ext cx="9849751" cy="303216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 The dataset only includes whether patients smoke or not. It doesn’t show how frequently some patient's smoke.</a:t>
            </a:r>
          </a:p>
          <a:p>
            <a:endParaRPr lang="en-US" sz="2000" dirty="0"/>
          </a:p>
          <a:p>
            <a:r>
              <a:rPr lang="en-US" sz="2000" dirty="0"/>
              <a:t>Very little data on healthy older patients.</a:t>
            </a:r>
          </a:p>
          <a:p>
            <a:endParaRPr lang="en-US" sz="2000" dirty="0"/>
          </a:p>
          <a:p>
            <a:r>
              <a:rPr lang="en-US" sz="2000" dirty="0"/>
              <a:t>Simulated data (to avoid HIPAA violations).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28708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16274</TotalTime>
  <Words>467</Words>
  <Application>Microsoft Office PowerPoint</Application>
  <PresentationFormat>Widescreen</PresentationFormat>
  <Paragraphs>80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Health Insurance Analysis</vt:lpstr>
      <vt:lpstr>Health Insurance Background</vt:lpstr>
      <vt:lpstr>Goal</vt:lpstr>
      <vt:lpstr>Health Insurance Data</vt:lpstr>
      <vt:lpstr>Tools and Methods</vt:lpstr>
      <vt:lpstr>Average Charge by Sex</vt:lpstr>
      <vt:lpstr>Average Charge by Age</vt:lpstr>
      <vt:lpstr>Average Charges by Number of Children</vt:lpstr>
      <vt:lpstr>Average Charges by Number of Children Cont.</vt:lpstr>
      <vt:lpstr>Average Charge by BMI</vt:lpstr>
      <vt:lpstr>Average Charge by BMI cont.</vt:lpstr>
      <vt:lpstr>Average Charge by Region </vt:lpstr>
      <vt:lpstr>Average Charge by Smoker Status</vt:lpstr>
      <vt:lpstr>Putting it together </vt:lpstr>
      <vt:lpstr>Descriptive Statistics Basic Summary </vt:lpstr>
      <vt:lpstr>Test for significance age </vt:lpstr>
      <vt:lpstr>Recommendations </vt:lpstr>
      <vt:lpstr>Conclusion</vt:lpstr>
      <vt:lpstr>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Nahum Ghebrehiwet</dc:creator>
  <cp:lastModifiedBy>Nahum Ghebrehiwet</cp:lastModifiedBy>
  <cp:revision>1</cp:revision>
  <dcterms:created xsi:type="dcterms:W3CDTF">2026-04-13T22:50:06Z</dcterms:created>
  <dcterms:modified xsi:type="dcterms:W3CDTF">2026-05-18T20:03:34Z</dcterms:modified>
</cp:coreProperties>
</file>